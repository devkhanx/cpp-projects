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86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365760"/>
            <a:ext cx="3291840" cy="3291840"/>
          </a:xfrm>
          <a:prstGeom prst="ellipse">
            <a:avLst/>
          </a:prstGeom>
          <a:solidFill>
            <a:srgbClr val="1565C0">
              <a:alpha val="35000"/>
            </a:srgbClr>
          </a:solidFill>
          <a:ln w="254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7772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Water Plant Management System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0292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240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Semester Project  |  BS Computer Science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786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Management Sciences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9169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Ms. Aqsa Maqsood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2552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Semester – Section B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4023360" cy="822960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Owais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92240" y="41148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580" y="4075430"/>
            <a:ext cx="718820" cy="7188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b="1" dirty="0" smtClean="0">
                <a:solidFill>
                  <a:srgbClr val="FFFFFF"/>
                </a:solidFill>
                <a:latin typeface="Bauhaus 93" panose="04030905020B02020C02" pitchFamily="82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400" b="1" dirty="0">
                <a:solidFill>
                  <a:srgbClr val="FFFFFF"/>
                </a:solidFill>
                <a:latin typeface="Bauhaus 93" panose="04030905020B02020C02" pitchFamily="82" charset="0"/>
                <a:ea typeface="Calibri" pitchFamily="34" charset="-122"/>
                <a:cs typeface="Calibri" pitchFamily="34" charset="-120"/>
              </a:rPr>
              <a:t>++  </a:t>
            </a:r>
            <a:endParaRPr lang="en-US" sz="2400" dirty="0">
              <a:latin typeface="Bauhaus 93" panose="04030905020B02020C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plant owners in Pakistan manage everything manually — notebooks, verbal agreements, WhatsApp. This causes serious operational problems: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7830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783080"/>
            <a:ext cx="2697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9768" y="194767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0116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6696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Bottles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29768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19L bottles given to customers are never tracked. No accountability.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46120" y="17830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46120" y="1783080"/>
            <a:ext cx="269748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55848" y="1947672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011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22776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355848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balances not flagged. Owner doesn't know who owes money.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17830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1783080"/>
            <a:ext cx="2697480" cy="640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81928" y="1947672"/>
            <a:ext cx="475488" cy="475488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01168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48856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Inventory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81928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 of full vs empty bottles in stock at any given time.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" y="32918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291840"/>
            <a:ext cx="26974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29768" y="3456432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52044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6696" y="3410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Profit Visibility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29768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cost not tracked. Net profit never calculated.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46120" y="32918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46120" y="3291840"/>
            <a:ext cx="269748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355848" y="3456432"/>
            <a:ext cx="475488" cy="47548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3520440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922776" y="3410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Disorganised Records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355848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scattered. Searching or updating requires manual effort.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172200" y="329184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172200" y="3291840"/>
            <a:ext cx="26974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281928" y="3456432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3520440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48856" y="3410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Tracking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6281928" y="39776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staff assignments and order delivery status not managed.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Solution &amp; Features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1335024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3898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2893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84048" y="19476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search, track balance &amp; empty bottles per customer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78608" y="1170432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88336" y="1335024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3898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36976" y="12893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688336" y="19476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buyers for 500ml &amp; 1.5L packs. Separate tracking.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82896" y="1170432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992624" y="133502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138988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41264" y="12893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992624" y="19476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view, deliver orders for all 3 product types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187184" y="1170432"/>
            <a:ext cx="1886966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96912" y="1335024"/>
            <a:ext cx="457200" cy="45720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76" y="138988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45552" y="12893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296912" y="1947672"/>
            <a:ext cx="16819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full/empty 19L bottles &amp; small pack cases with low-stock alerts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74320" y="2852928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84048" y="3017520"/>
            <a:ext cx="457200" cy="45720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307238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32688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Billing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384048" y="36301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customer invoices + bulk vendor order invoices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578608" y="2852928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688336" y="301752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307238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236976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Reports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2688336" y="36301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type, total cost, and net profit calculation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4882896" y="2852928"/>
            <a:ext cx="2176272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992624" y="3017520"/>
            <a:ext cx="457200" cy="4572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307238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41264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Staff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992624" y="36301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delivery boys, assign areas, record delivery counts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7187184" y="2852928"/>
            <a:ext cx="1842516" cy="1508760"/>
          </a:xfrm>
          <a:prstGeom prst="rect">
            <a:avLst/>
          </a:prstGeom>
          <a:solidFill>
            <a:srgbClr val="1323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296912" y="3017520"/>
            <a:ext cx="457200" cy="45720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1776" y="3072384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845552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7296912" y="3630168"/>
            <a:ext cx="15994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saved to .txt files. Auto-loaded on next run.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123444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6184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class with pure virtual display()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class with virtual generateBill()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82112" y="114300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143000"/>
            <a:ext cx="54864" cy="1188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234440"/>
            <a:ext cx="347472" cy="34747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30752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0" y="16184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Vendor → Person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Person → DeliveryBoy (multi-level)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9904" y="114300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9904" y="1143000"/>
            <a:ext cx="54864" cy="118872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9632" y="1234440"/>
            <a:ext cx="347472" cy="347472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38544" y="1216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99632" y="16184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fields private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only via public getters/setters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248716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487168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257860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2560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84048" y="29626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display() overridden in all subclasses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MonthlyInvoice &amp; BulkOrderInvoice override generateBill()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182112" y="248716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182112" y="2487168"/>
            <a:ext cx="54864" cy="11887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91840" y="2578608"/>
            <a:ext cx="347472" cy="347472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918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730752" y="2560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291840" y="29626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operator&lt; on Order (sort by date)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 on Order (compare by ID)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089904" y="248716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089904" y="2487168"/>
            <a:ext cx="54864" cy="1188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99632" y="2578608"/>
            <a:ext cx="347472" cy="34747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9632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638544" y="2560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199632" y="29626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InsufficientStockException custom 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when order exceeds available stock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3831336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74320" y="3831336"/>
            <a:ext cx="54864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4048" y="3922776"/>
            <a:ext cx="347472" cy="34747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4048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22960" y="3904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/ Destructor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84048" y="43068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has constructors with defaults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DeliveryBoy has explicit destructor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182112" y="3831336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182112" y="3831336"/>
            <a:ext cx="54864" cy="11887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291840" y="3922776"/>
            <a:ext cx="347472" cy="34747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9184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3730752" y="3904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291840" y="43068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fstream saves customers, vendors, orders,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and inventory to .txt files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089904" y="3831336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089904" y="3831336"/>
            <a:ext cx="54864" cy="118872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199632" y="3922776"/>
            <a:ext cx="347472" cy="347472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99632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638544" y="39044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Members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199632" y="43068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nextCustomerID, nextVendorID,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nextOrderID for auto-increment IDs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11880" y="1234440"/>
            <a:ext cx="19202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11880" y="1234440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11880" y="1567282"/>
            <a:ext cx="19202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097280" y="2331720"/>
            <a:ext cx="173736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2331720"/>
            <a:ext cx="1737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2640787"/>
            <a:ext cx="1737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Person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91840" y="2331720"/>
            <a:ext cx="1737360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91840" y="2331720"/>
            <a:ext cx="1737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0" y="2640787"/>
            <a:ext cx="1737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Person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331720"/>
            <a:ext cx="2011680" cy="594360"/>
          </a:xfrm>
          <a:prstGeom prst="rect">
            <a:avLst/>
          </a:prstGeom>
          <a:solidFill>
            <a:srgbClr val="E53935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2331720"/>
            <a:ext cx="20116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2640787"/>
            <a:ext cx="201168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 : Person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07025" y="3397528"/>
            <a:ext cx="2011680" cy="594360"/>
          </a:xfrm>
          <a:prstGeom prst="rect">
            <a:avLst/>
          </a:prstGeom>
          <a:solidFill>
            <a:srgbClr val="F57F1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66360" y="3339796"/>
            <a:ext cx="20116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DeliveryBoy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93030" y="3648277"/>
            <a:ext cx="201168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Employee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472637"/>
            <a:ext cx="16459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74320" y="3388766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3715664"/>
            <a:ext cx="16459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47650" y="4195775"/>
            <a:ext cx="164592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89560" y="41508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MonthlyInvoice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83845" y="4455973"/>
            <a:ext cx="16459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Invoice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101850" y="4277868"/>
            <a:ext cx="1737360" cy="548640"/>
          </a:xfrm>
          <a:prstGeom prst="rect">
            <a:avLst/>
          </a:prstGeom>
          <a:solidFill>
            <a:srgbClr val="00ACC1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063115" y="424180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BulkOrderInvoice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57400" y="4516882"/>
            <a:ext cx="17373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Invoice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703320" y="3407511"/>
            <a:ext cx="16459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716655" y="3383280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782695" y="3705884"/>
            <a:ext cx="16459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operator&lt; / ==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297680" y="4434840"/>
            <a:ext cx="1645920" cy="594360"/>
          </a:xfrm>
          <a:prstGeom prst="rect">
            <a:avLst/>
          </a:prstGeom>
          <a:solidFill>
            <a:srgbClr val="F57F1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297680" y="4434840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297680" y="4743907"/>
            <a:ext cx="16459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exceptions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198870" y="4457700"/>
            <a:ext cx="1645920" cy="548640"/>
          </a:xfrm>
          <a:prstGeom prst="rect">
            <a:avLst/>
          </a:prstGeom>
          <a:solidFill>
            <a:srgbClr val="E91E63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172200" y="443534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ProfitAnalysis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172200" y="4718507"/>
            <a:ext cx="16459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466330" y="3333062"/>
            <a:ext cx="1645920" cy="594360"/>
          </a:xfrm>
          <a:prstGeom prst="rect">
            <a:avLst/>
          </a:prstGeom>
          <a:solidFill>
            <a:srgbClr val="546E7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418705" y="3244062"/>
            <a:ext cx="16459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18705" y="3581779"/>
            <a:ext cx="16459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I/O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965960" y="2331720"/>
            <a:ext cx="164592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160520" y="2331720"/>
            <a:ext cx="32004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675120" y="2331720"/>
            <a:ext cx="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6675120" y="3429000"/>
            <a:ext cx="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1097280" y="3977640"/>
            <a:ext cx="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1097280" y="4754880"/>
            <a:ext cx="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2057400" y="4754880"/>
            <a:ext cx="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943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65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— Mineral Water Plant Management System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3401568"/>
            <a:ext cx="365760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5478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Owais Khan   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Management Sciences  |  OOP  |  2nd Semester BSCS-B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73168" y="4352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459</Words>
  <Application>Microsoft Office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Bauhaus 93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AquaFlow – OOP Semester Project</dc:title>
  <dc:subject>PptxGenJS Presentation</dc:subject>
  <dc:creator>PptxGenJS</dc:creator>
  <cp:lastModifiedBy>Moorche</cp:lastModifiedBy>
  <cp:revision>4</cp:revision>
  <dcterms:created xsi:type="dcterms:W3CDTF">2026-06-03T04:03:13Z</dcterms:created>
  <dcterms:modified xsi:type="dcterms:W3CDTF">2026-08-05T07:40:46Z</dcterms:modified>
</cp:coreProperties>
</file>